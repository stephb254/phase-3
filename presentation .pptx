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0000"/>
                </a:solidFill>
              </a:rPr>
              <a:t>Water Well Failure Analysis – Tanzania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160">
                <a:solidFill>
                  <a:srgbClr val="282828"/>
                </a:solidFill>
              </a:defRPr>
            </a:pPr>
            <a:r>
              <a:t>Objective: Predict well condition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Goal: Improve maintenance decisions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Audience: Government &amp; NGOs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0000"/>
                </a:solidFill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160">
                <a:solidFill>
                  <a:srgbClr val="282828"/>
                </a:solidFill>
              </a:defRPr>
            </a:pPr>
            <a:r>
              <a:t>Many wells are non-functional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Maintenance resources are limited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No clear prioritization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0000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160">
                <a:solidFill>
                  <a:srgbClr val="282828"/>
                </a:solidFill>
              </a:defRPr>
            </a:pPr>
            <a:r>
              <a:t>Older wells fail more often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Failure varies significantly by region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Extraction system impacts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0000"/>
                </a:solidFill>
              </a:rP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160">
                <a:solidFill>
                  <a:srgbClr val="282828"/>
                </a:solidFill>
              </a:defRPr>
            </a:pPr>
            <a:r>
              <a:t>Random Forest performed best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Outperformed baseline models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Captures complex patterns in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0000"/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160">
                <a:solidFill>
                  <a:srgbClr val="282828"/>
                </a:solidFill>
              </a:defRPr>
            </a:pPr>
            <a:r>
              <a:t>Target repairs more effectively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Reduce downtime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Improve water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0000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160">
                <a:solidFill>
                  <a:srgbClr val="282828"/>
                </a:solidFill>
              </a:defRPr>
            </a:pPr>
            <a:r>
              <a:t>Prioritize older wells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Focus high-risk regions</a:t>
            </a:r>
          </a:p>
          <a:p>
            <a:pPr>
              <a:defRPr sz="2160">
                <a:solidFill>
                  <a:srgbClr val="282828"/>
                </a:solidFill>
              </a:defRPr>
            </a:pPr>
            <a:r>
              <a:t>Improve extraction system selection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